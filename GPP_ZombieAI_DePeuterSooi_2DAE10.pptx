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I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am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going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use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this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powerpoint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as It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would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cover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almost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nothing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I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am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going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to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pass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anyway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R.I.P. </a:t>
            </a:r>
            <a:r>
              <a:rPr lang="nl-NL" dirty="0" err="1">
                <a:solidFill>
                  <a:schemeClr val="bg1">
                    <a:lumMod val="75000"/>
                  </a:schemeClr>
                </a:solidFill>
              </a:rPr>
              <a:t>GameAI</a:t>
            </a:r>
            <a:r>
              <a:rPr lang="nl-NL" dirty="0">
                <a:solidFill>
                  <a:schemeClr val="bg1">
                    <a:lumMod val="75000"/>
                  </a:schemeClr>
                </a:solidFill>
              </a:rPr>
              <a:t> 2026-2026 :(</a:t>
            </a:r>
            <a:endParaRPr lang="en-B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Breedbeeld</PresentationFormat>
  <Paragraphs>3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GPP Exam: Zombie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Sooi DE PEUTER</cp:lastModifiedBy>
  <cp:revision>3</cp:revision>
  <dcterms:created xsi:type="dcterms:W3CDTF">2021-12-17T12:45:32Z</dcterms:created>
  <dcterms:modified xsi:type="dcterms:W3CDTF">2026-06-07T15:55:20Z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